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3" name="Image 0" descr="https://upload.wikimedia.org/wikipedia/commons/thumb/1/18/Florian%C3%B3polis_-_SC_-_panoramio_%282%29.jpg/1280px-Florian%C3%B3polis_-_SC_-_panoramio_%282%29.jp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A3A5C">
              <a:alpha val="55000"/>
            </a:srgbClr>
          </a:solidFill>
          <a:ln w="12700">
            <a:solidFill>
              <a:srgbClr val="1A3A5C">
                <a:alpha val="5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3657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🇧🇷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365760" y="10972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VIAGEM BRASIL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65760" y="1874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89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· 2027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65760" y="2514600"/>
            <a:ext cx="2926080" cy="36576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6060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F5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Família Jacomelli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65760" y="32004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· Janaina · Benjamim · Mateus · Thais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de dezembro 2026  →  11 de janeiro 2027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4160520"/>
            <a:ext cx="1417320" cy="777240"/>
          </a:xfrm>
          <a:prstGeom prst="rect">
            <a:avLst/>
          </a:prstGeom>
          <a:solidFill>
            <a:srgbClr val="1A7A4A">
              <a:alpha val="80000"/>
            </a:srgbClr>
          </a:solidFill>
          <a:ln w="12700">
            <a:solidFill>
              <a:srgbClr val="2D9C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418795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31 dias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38912" y="44805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viagem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965960" y="4160520"/>
            <a:ext cx="1417320" cy="777240"/>
          </a:xfrm>
          <a:prstGeom prst="rect">
            <a:avLst/>
          </a:prstGeom>
          <a:solidFill>
            <a:srgbClr val="1A7A4A">
              <a:alpha val="80000"/>
            </a:srgbClr>
          </a:solidFill>
          <a:ln w="12700">
            <a:solidFill>
              <a:srgbClr val="2D9C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39112" y="418795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👨‍👩‍👧‍👦 5 pessoas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039112" y="44805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566160" y="4160520"/>
            <a:ext cx="1417320" cy="777240"/>
          </a:xfrm>
          <a:prstGeom prst="rect">
            <a:avLst/>
          </a:prstGeom>
          <a:solidFill>
            <a:srgbClr val="1A7A4A">
              <a:alpha val="80000"/>
            </a:srgbClr>
          </a:solidFill>
          <a:ln w="12700">
            <a:solidFill>
              <a:srgbClr val="2D9C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39312" y="418795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3 destinos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639312" y="44805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· Itápolis · SC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ROTEIRO GERAL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269748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0525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✈️  Chegada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– 21 DEZ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1848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Janaina + Thais · Santo André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72968" y="8686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2968" y="868680"/>
            <a:ext cx="269748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90525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🎄  Família reunida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1325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– 25 DEZ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64408" y="161848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+ filhos chegam · Natal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64408" y="23774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25896" y="8686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25896" y="868680"/>
            <a:ext cx="2697480" cy="384048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90525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🚗  Itápolis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7336" y="1325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– 27 DEZ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17336" y="161848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dos irmãos · ~4h de SP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17336" y="23774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9260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926080"/>
            <a:ext cx="2697480" cy="384048"/>
          </a:xfrm>
          <a:prstGeom prst="rect">
            <a:avLst/>
          </a:prstGeom>
          <a:solidFill>
            <a:srgbClr val="2D9C5F"/>
          </a:solidFill>
          <a:ln w="12700">
            <a:solidFill>
              <a:srgbClr val="2D9C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96265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👋  Despedida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3832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DEZ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367588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Últimas horas em Santo André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44348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72968" y="29260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72968" y="2926080"/>
            <a:ext cx="2697480" cy="384048"/>
          </a:xfrm>
          <a:prstGeom prst="rect">
            <a:avLst/>
          </a:prstGeom>
          <a:solidFill>
            <a:srgbClr val="0D7AB5"/>
          </a:solidFill>
          <a:ln w="12700">
            <a:solidFill>
              <a:srgbClr val="0D7A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64408" y="296265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🏖️  Santa Catarina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64408" y="33832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DEZ – 10 JAN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64408" y="367588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Florianópolis + Beto Carrero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64408" y="44348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25896" y="29260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25896" y="2926080"/>
            <a:ext cx="269748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17336" y="296265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🏠  Retorno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17336" y="33832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JAN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17336" y="367588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família volta ao México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17336" y="44348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🏘️  SANTO ANDRÉ &amp; ABC PAULISTA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1, 2 e 4  ·  11 de dezembro – 28 de dezembro</a:t>
            </a:r>
            <a:endParaRPr lang="en-US" sz="1200" dirty="0"/>
          </a:p>
        </p:txBody>
      </p:sp>
      <p:pic>
        <p:nvPicPr>
          <p:cNvPr id="5" name="Image 0" descr="https://upload.wikimedia.org/wikipedia/commons/thumb/e/e5/Santo_Andr%C3%A9_1.JPG/1280px-Santo_Andr%C3%A9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097280"/>
            <a:ext cx="3566160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Sobre a região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5087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 André faz parte do Grande ABC Paulista, região metropolitana de São Paulo com forte história industrial e cultural. É uma das cidades mais desenvolvidas do interior paulistano, com excelente infraestrutura, gastronomia variada e ótima localização para explorar São Paulo.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2788920"/>
            <a:ext cx="4754880" cy="50292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834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11–21 dez: casa da família  |  22–28 dez: Airbnb (5 pessoas)  |  🚗 Carro alugado todo o período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34290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fazer: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37947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🎄  Ceia de Natal em família (24 dez)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54880" y="37947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 Shopping ABC · Boa Vista Village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413308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🍖  Churrasco e gastronomia brasileira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54880" y="413308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Passeio ao centro de São Paulo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4471416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⛪  Catedral de Santo André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54880" y="4471416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 Tempo de qualidade com a família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🚗  ITÁPOLIS – CASA DOS IRMÃOS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 ·  26 – 27 de dezembro  ·  ~370 km de Santo André  ·  ~4 horas de carro</a:t>
            </a:r>
            <a:endParaRPr lang="en-US" sz="1200" dirty="0"/>
          </a:p>
        </p:txBody>
      </p:sp>
      <p:pic>
        <p:nvPicPr>
          <p:cNvPr id="5" name="Image 0" descr="https://upload.wikimedia.org/wikipedia/commons/thumb/2/2d/Itapolis-ponte.jpg/800px-Itapolis-pont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097280"/>
            <a:ext cx="3383280" cy="2194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97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Sobre Itápolis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4630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Itápolis é um município do interior de São Paulo, no coração do estado, com cerca de 45.000 habitantes. Cidade de interior tranquila, conhecida pelo agronegócio, natureza e pela hospitalidade característica do interior paulista. Uma visita especial para rever os irmãos da família!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2788920"/>
            <a:ext cx="4846320" cy="475488"/>
          </a:xfrm>
          <a:prstGeom prst="rect">
            <a:avLst/>
          </a:prstGeom>
          <a:solidFill>
            <a:srgbClr val="FFF3CD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83464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Hospedagem na casa dos irmãos  ·  1 pernoite  ·  Sem custo de hospedagem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34015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Percurso sugerido: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37673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🌅  Dia 26 manhã: saída de Santo André pela Rodovia Anhanguera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65760" y="398678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🛣️  Parada sugerida: Campinas ou Mogi Mirim para almoço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65760" y="42062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🏡  Dia 26 tarde: chegada em Itápolis · tempo com a família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65760" y="442569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🌃  Dia 26 noite: jantar e convívio familiar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65760" y="464515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Dia 27 manhã: café da manhã e despedida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  Dia 27: retorno a Santo André para despedidas finais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AB5"/>
          </a:solidFill>
          <a:ln w="12700">
            <a:solidFill>
              <a:srgbClr val="0D7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🏝️  FLORIANÓPOLIS – A ILHA DA MAGIA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7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5  ·  29 de dezembro – 10 de janeiro  ·  12 noites</a:t>
            </a:r>
            <a:endParaRPr lang="en-US" sz="1200" dirty="0"/>
          </a:p>
        </p:txBody>
      </p:sp>
      <p:pic>
        <p:nvPicPr>
          <p:cNvPr id="5" name="Image 0" descr="https://upload.wikimedia.org/wikipedia/commons/thumb/b/b2/Florian%C3%B3polis_night.jpg/1280px-Florian%C3%B3polis_nigh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097280"/>
            <a:ext cx="3840480" cy="2468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972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História e identidade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463040"/>
            <a:ext cx="4572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Florianópolis, carinhosamente chamada de 'Floripa', é a capital de Santa Catarina. Fundada em 1726, a cidade tem forte influência açoriana — os primeiros colonizadores vieram do arquipélago dos Açores, em Portugal, no século XVIII.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ilha possui 42 praias distribuídas ao longo de 172 km², lagoas, dunas, manguezais e uma cultura local riquíssima. Em 2022 foi eleita uma das melhores cidades do Brasil para se viver.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3520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Fatos curiosos: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3867912"/>
            <a:ext cx="8412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🏄 42 praias para todos os gostos — calmas, agitadas, e paradisíacas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5760" y="4096512"/>
            <a:ext cx="8412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 Forte herança açoriana nos costumes, culinária e arquitetura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65760" y="4325112"/>
            <a:ext cx="8412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🦀 Capital nacional da tainha e dos frutos do mar frescos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65760" y="4553712"/>
            <a:ext cx="8412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Verão (dez–jan): temperatura entre 25°C e 35°C, clima perfeito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65760" y="4782312"/>
            <a:ext cx="8412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🎆 Réveillon na praia: um dos mais famosos do Brasil — até 800 mil pessoas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AB5"/>
          </a:solidFill>
          <a:ln w="12700">
            <a:solidFill>
              <a:srgbClr val="0D7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🏖️  PRAIAS E PASSEIOS EM FLORIANÓPOLIS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365760"/>
          </a:xfrm>
          <a:prstGeom prst="rect">
            <a:avLst/>
          </a:prstGeom>
          <a:solidFill>
            <a:srgbClr val="0D7AB5"/>
          </a:solidFill>
          <a:ln w="12700">
            <a:solidFill>
              <a:srgbClr val="0D7A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595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Lagoa da Conceição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coração boêmio de Floripa. Laguna de água doce cercada de dunas, bares, restaurantes e vida noturna. Windsurf e kitesurf.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82296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822960"/>
            <a:ext cx="2743200" cy="3657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8595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Jurerê Internacional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1261872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praia mais badalada e sofisticada. Beach clubs, restaurantes e o famoso réveillon. Estrutura de primeiro mundo.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82296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822960"/>
            <a:ext cx="2743200" cy="36576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8595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Praia Mole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261872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Preferida dos jovens e surfers. Ondas fortes e ambiente descontraído. Cenário de tirar o fôlego entre morros e mar.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26080"/>
            <a:ext cx="2743200" cy="365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6265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Joaquina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364992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Famosa pelas dunas enormes onde se pratica sandboard. Ondas perfeitas para o surfe. Vista panorâmica incrível.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29260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54680" y="2926080"/>
            <a:ext cx="274320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296265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Campeche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46120" y="3364992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Praia selvagem com ilha para mergulho. Água cristalina e sítio arqueológico com pinturas rupestres na ilha.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9260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926080"/>
            <a:ext cx="2743200" cy="36576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96265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Balneário Camboriú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3364992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1h de Floripa. A 'Dubai brasileira' com prédios modernos, praia urbana e o bondinho panorâmico Unipraias.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upload.wikimedia.org/wikipedia/commons/thumb/c/c0/Reveillon_Florianopolis_2015.jpg/1280px-Reveillon_Florianopolis_2015.jp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0" y="3657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🎆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914400" y="1188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RÉVEILLON EM FLORIANÓPOLIS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82880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89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 de dezembro de 2026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2788920"/>
            <a:ext cx="6400800" cy="38404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63040" y="280720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🎇  Um dos maiores réveillons do Brasil — até 800 mil pessoas nas praias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371600" y="3273552"/>
            <a:ext cx="6400800" cy="38404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63040" y="329184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Shows ao vivo em Jurerê Internacional e beira-mar continental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371600" y="3758184"/>
            <a:ext cx="6400800" cy="38404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63040" y="3776472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Tradição de entrar no mar com roupa branca à meia-noite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371600" y="4242816"/>
            <a:ext cx="6400800" cy="38404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63040" y="4261104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Fogos de artifício simultâneos em várias praias da ilha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🎡  BETO CARRERO WORLD – PENHA/SC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hora de Florianópolis  ·  Dia inteiro recomendado  ·  Ingressos online com desconto</a:t>
            </a:r>
            <a:endParaRPr lang="en-US" sz="1200" dirty="0"/>
          </a:p>
        </p:txBody>
      </p:sp>
      <p:pic>
        <p:nvPicPr>
          <p:cNvPr id="5" name="Image 0" descr="https://upload.wikimedia.org/wikipedia/commons/thumb/1/1e/Beto_Carrero_World.jpg/1280px-Beto_Carrero_Worl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097280"/>
            <a:ext cx="384048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maior parque da América Latina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463040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Beto Carrero World é o maior parque temático da América Latina, localizado em Penha, Santa Catarina, inaugurado em 1991. O parque tem mais de 1 milhão de m² com atrações para todas as idades, dividido em várias áreas temáticas: Tierra Mexicana, Hollywood Studios, Área Infantil, Montanhas Russas, Zoo Safari e muito mais.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29992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Atrações imperdíveis: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3364992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🎢  Wild West — Área do Velho Oeste com montanha-russa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3364992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🦁  Zoo Safari — mais de 4.000 animais em 650 hectares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3694176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🎪  Shows ao vivo — espetáculos de circo e acrobacia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54880" y="3694176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💦  Área aquática — tobogãs e atrações com água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402336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🎠  Área infantil — brinquedos para os pequenos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54880" y="402336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Tierra Mexicana — área cultural especial!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7731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Dica: comprar ingressos online pelo site oficial — até 20% mais barato que na bilheteria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 ORÇAMENTO ESTIMADO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em pesos mexicanos (MXN)  ·  Tipo de câmbio referência: 1 BRL = $3.80 MXN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265176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estimado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$196,500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078992"/>
            <a:ext cx="265176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972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pessoa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46120" y="1325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$39,300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46120" y="16916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pessoas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078992"/>
            <a:ext cx="265176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0972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dia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1325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$6,339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26480" y="16916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dias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057400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Vuelos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0" y="2167128"/>
            <a:ext cx="3200400" cy="164592"/>
          </a:xfrm>
          <a:prstGeom prst="rect">
            <a:avLst/>
          </a:prstGeom>
          <a:solidFill>
            <a:srgbClr val="0D7AB5"/>
          </a:solidFill>
          <a:ln w="12700">
            <a:solidFill>
              <a:srgbClr val="0D7A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21031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26680" y="21031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$68,000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496312"/>
            <a:ext cx="8412480" cy="365760"/>
          </a:xfrm>
          <a:prstGeom prst="rect">
            <a:avLst/>
          </a:prstGeom>
          <a:solidFill>
            <a:srgbClr val="F4F6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542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Hospedaje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0" y="2606040"/>
            <a:ext cx="2194560" cy="16459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2542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26680" y="2542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$47,500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2935224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809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Transporte + gasolina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0" y="3044952"/>
            <a:ext cx="1463040" cy="164592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29809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26680" y="29809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$31,500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374136"/>
            <a:ext cx="8412480" cy="365760"/>
          </a:xfrm>
          <a:prstGeom prst="rect">
            <a:avLst/>
          </a:prstGeom>
          <a:solidFill>
            <a:srgbClr val="F4F6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4198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Restaurantes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0" y="3483864"/>
            <a:ext cx="1371600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34198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26680" y="34198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$28,500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3813048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8587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🎢  Entradas y paseos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0" y="3922776"/>
            <a:ext cx="548640" cy="16459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38587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26680" y="38587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$11,400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251960"/>
            <a:ext cx="8412480" cy="365760"/>
          </a:xfrm>
          <a:prstGeom prst="rect">
            <a:avLst/>
          </a:prstGeom>
          <a:solidFill>
            <a:srgbClr val="F4F6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Imprevistos (5%)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0" y="4361688"/>
            <a:ext cx="457200" cy="16459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4297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726680" y="4297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$9,600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 planilha de gastos detalhada (arquivo Excel) para atualizar preços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CHECKLIST – TAREFAS URGENTES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Reservar com máxima prioridade: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393192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15568"/>
            <a:ext cx="109728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33856"/>
            <a:ext cx="8046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Passagens CDMX → GRU: Janaina + Thais (até 11/12) · Marco + filhos (até 22/12)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8412480" cy="393192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72768"/>
            <a:ext cx="109728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91056"/>
            <a:ext cx="8046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Passagem de retorno: todos para 11/01 — de FLN ou GRU → CDMX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029968"/>
            <a:ext cx="8412480" cy="393192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029968"/>
            <a:ext cx="109728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48256"/>
            <a:ext cx="8046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Hospedagem Florianópolis para Réveillon (29 dez–10 jan · 5 pessoas)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487168"/>
            <a:ext cx="8412480" cy="393192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87168"/>
            <a:ext cx="109728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505456"/>
            <a:ext cx="8046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Airbnb Santo André/SBC (22–28 dez · 5 pessoas)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2999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Próximas etapas: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337560"/>
            <a:ext cx="8412480" cy="292608"/>
          </a:xfrm>
          <a:prstGeom prst="rect">
            <a:avLst/>
          </a:prstGeom>
          <a:solidFill>
            <a:srgbClr val="E8F0FA"/>
          </a:solidFill>
          <a:ln w="12700">
            <a:solidFill>
              <a:srgbClr val="0D7A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558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Aluguel de carro para 5 pessoas em SP/ABC (11–29 dez · 18 dias)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75888"/>
            <a:ext cx="8412480" cy="292608"/>
          </a:xfrm>
          <a:prstGeom prst="rect">
            <a:avLst/>
          </a:prstGeom>
          <a:solidFill>
            <a:srgbClr val="E8F0FA"/>
          </a:solidFill>
          <a:ln w="12700">
            <a:solidFill>
              <a:srgbClr val="0D7A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941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Voo interno SP → Florianópolis (29 dez · 5 pessoas)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014216"/>
            <a:ext cx="8412480" cy="292608"/>
          </a:xfrm>
          <a:prstGeom prst="rect">
            <a:avLst/>
          </a:prstGeom>
          <a:solidFill>
            <a:srgbClr val="E8F0FA"/>
          </a:solidFill>
          <a:ln w="12700">
            <a:solidFill>
              <a:srgbClr val="0D7A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325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Aluguel de carro em Florianópolis (29 dez–10 jan)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352544"/>
            <a:ext cx="8412480" cy="292608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370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Ingressos Beto Carrero World — comprar online com antecedência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690872"/>
            <a:ext cx="8412480" cy="292608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Verificar documentos válidos de todos (passaporte/RG)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upload.wikimedia.org/wikipedia/commons/thumb/7/78/Praia_de_Jurer%C3%AA_Internacional%2C_Florian%C3%B3polis.jpg/1280px-Praia_de_Jurer%C3%AA_Internacional%2C_Florian%C3%B3polis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931920" y="5486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🇧🇷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NOS VEMOS NO BRASIL!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9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de dezembro 2026 — 11 de janeiro 2027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2834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 André · Itápolis · Florianópolis · Beto Carrero World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4206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 Jacomelli  ·  Marco · Janaina · Benjamim · Mateus · Thais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Viagem Brasil 2026-2027 - Família Jacomelli</dc:title>
  <dc:subject>PptxGenJS Presentation</dc:subject>
  <dc:creator>PptxGenJS</dc:creator>
  <cp:lastModifiedBy>PptxGenJS</cp:lastModifiedBy>
  <cp:revision>1</cp:revision>
  <dcterms:created xsi:type="dcterms:W3CDTF">2026-05-26T22:23:41Z</dcterms:created>
  <dcterms:modified xsi:type="dcterms:W3CDTF">2026-05-26T22:23:41Z</dcterms:modified>
</cp:coreProperties>
</file>